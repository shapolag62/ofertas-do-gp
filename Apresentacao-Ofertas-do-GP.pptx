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544439e-8e9a-d25d-394f-df9b56e78777}">
          <p14:sldIdLst>
            <p14:sldId id="256"/>
          </p14:sldIdLst>
        </p14:section>
        <p14:section name="Problema e solução" id="{12d1f97d-6ce2-0565-5aa7-125f5c9b43aa}">
          <p14:sldIdLst>
            <p14:sldId id="257"/>
            <p14:sldId id="258"/>
          </p14:sldIdLst>
        </p14:section>
        <p14:section name="Produto" id="{eb08bd69-f61c-9236-ada5-118378ac9473}">
          <p14:sldIdLst>
            <p14:sldId id="259"/>
            <p14:sldId id="260"/>
          </p14:sldIdLst>
        </p14:section>
        <p14:section name="Negócio" id="{01d43d39-4cc9-ec97-1c0b-8de48bfdcda6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Olá! Este é o Ofertas do GP, um site que reúne ofertas reais das maiores lojas do Brasil num só lugar. O Capi, nosso mascote, resume a ideia: a gente minera as promoções e você economiza.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[0:20–0:45] O problema: comprar online virou adivinhação. Muitas lojas inflam o preço "de" para o desconto parecer maior, as ofertas estão espalhadas em dezenas de sites e, nos grupos, o link muitas vezes já venceu quando a pessoa clica.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[0:45–1:10] A solução é uma vitrine com regras rígidas: só entra desconto que a própria loja mostra, os preços são conferidos a cada duas horas e a oferta sai do ar quando acaba. Hoje já são mais de 2.300 ofertas reais, com desconto médio de 30%, e 658 delas passam de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[1:10–1:35] Funciona em quatro passos: o sistema minera ofertas nas lojas e nas APIs de afiliados, verifica preço, desconto e moeda, organiza tudo em 17 categorias com busca e filtros e divulga no site e no grupo de WhatsApp, com link de afiliado. Sete lojas estão na plataforma: algumas com coleta automática e outras por API de afiliado ou cadastro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[1:35–2:00] O site atende dois públicos. O consumidor entra com e-mail ou conta Google e encontra só descontos verificados. A empresa ganha uma loja dentro do site, com um criador de anúncios completo e importação automática da própria loja virtual, como Shopify e WooCommerce.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[2:00–2:30] A receita vem de três fontes: comissões de afiliados das grandes lojas, anúncios do Google AdSense e as lojas parceiras, que no futuro podem ter planos de destaque. E tudo com controle total: o painel do administrador aprova cadastros, modera lojas e ofertas e protege os dados conforme a LGPD.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[2:30–3:00] Os próximos passos são publicar o site numa VPS com domínio próprio, conectar o login do Google e as APIs de afiliados, crescer o grupo de WhatsApp e abrir para mais lojas parceiras. Ofertas do GP: a gente minera, você economiza.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Ofertas do GP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_MENT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Ofertas do GP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o mascote"/>
          <p:cNvSpPr/>
          <p:nvPr/>
        </p:nvSpPr>
        <p:spPr>
          <a:xfrm>
            <a:off x="5074920" y="502920"/>
            <a:ext cx="3931920" cy="3931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etalhe dourado"/>
          <p:cNvSpPr/>
          <p:nvPr/>
        </p:nvSpPr>
        <p:spPr>
          <a:xfrm>
            <a:off x="7863840" y="3200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Mascote Cap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548640"/>
            <a:ext cx="3154680" cy="3895344"/>
          </a:xfrm>
          <a:prstGeom prst="rect">
            <a:avLst/>
          </a:prstGeom>
        </p:spPr>
      </p:pic>
      <p:sp>
        <p:nvSpPr>
          <p:cNvPr id="5" name="Etiqueta"/>
          <p:cNvSpPr/>
          <p:nvPr/>
        </p:nvSpPr>
        <p:spPr>
          <a:xfrm>
            <a:off x="548640" y="914400"/>
            <a:ext cx="228600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o da etiqueta"/>
          <p:cNvSpPr txBox="1"/>
          <p:nvPr/>
        </p:nvSpPr>
        <p:spPr>
          <a:xfrm>
            <a:off x="54864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APRESENTAÇÃO DO PROJETO</a:t>
            </a:r>
            <a:endParaRPr lang="en-US" sz="1000" dirty="0"/>
          </a:p>
        </p:txBody>
      </p:sp>
      <p:sp>
        <p:nvSpPr>
          <p:cNvPr id="7" name="Título"/>
          <p:cNvSpPr txBox="1"/>
          <p:nvPr/>
        </p:nvSpPr>
        <p:spPr>
          <a:xfrm>
            <a:off x="548640" y="1417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Ofertas do </a:t>
            </a:r>
            <a:pPr indent="0" marL="0">
              <a:buNone/>
            </a:pPr>
            <a:r>
              <a:rPr lang="en-US" sz="44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</a:t>
            </a:r>
            <a:endParaRPr lang="en-US" sz="4400" dirty="0"/>
          </a:p>
        </p:txBody>
      </p:sp>
      <p:sp>
        <p:nvSpPr>
          <p:cNvPr id="8" name="Subtítulo"/>
          <p:cNvSpPr txBox="1"/>
          <p:nvPr/>
        </p:nvSpPr>
        <p:spPr>
          <a:xfrm>
            <a:off x="548640" y="24688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Ofertas reais das maiores lojas do Brasil, conferidas automaticamente e reunidas num só lugar.</a:t>
            </a:r>
            <a:endParaRPr lang="en-US" sz="1800" dirty="0"/>
          </a:p>
        </p:txBody>
      </p:sp>
      <p:sp>
        <p:nvSpPr>
          <p:cNvPr id="9" name="Slogan"/>
          <p:cNvSpPr txBox="1"/>
          <p:nvPr/>
        </p:nvSpPr>
        <p:spPr>
          <a:xfrm>
            <a:off x="54864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A gente minera, você economiza.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Comprar online virou um jogo de adivinhação</a:t>
            </a:r>
            <a:endParaRPr lang="en-US" sz="2600" dirty="0"/>
          </a:p>
        </p:txBody>
      </p:sp>
      <p:sp>
        <p:nvSpPr>
          <p:cNvPr id="3" name="Cartão problema 1"/>
          <p:cNvSpPr/>
          <p:nvPr/>
        </p:nvSpPr>
        <p:spPr>
          <a:xfrm>
            <a:off x="457200" y="1325880"/>
            <a:ext cx="2596896" cy="3063240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4" name="Fundo cartão 1"/>
          <p:cNvSpPr/>
          <p:nvPr/>
        </p:nvSpPr>
        <p:spPr>
          <a:xfrm>
            <a:off x="457200" y="1325880"/>
            <a:ext cx="2596896" cy="306324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blema 1 círculo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D23B2A"/>
          </a:solidFill>
          <a:ln w="12700">
            <a:solidFill>
              <a:srgbClr val="D23B2A"/>
            </a:solidFill>
            <a:prstDash val="solid"/>
          </a:ln>
        </p:spPr>
      </p:sp>
      <p:pic>
        <p:nvPicPr>
          <p:cNvPr id="6" name="Problema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790395"/>
            <a:ext cx="351130" cy="351130"/>
          </a:xfrm>
          <a:prstGeom prst="rect">
            <a:avLst/>
          </a:prstGeom>
        </p:spPr>
      </p:pic>
      <p:sp>
        <p:nvSpPr>
          <p:cNvPr id="7" name="Título problema 1"/>
          <p:cNvSpPr txBox="1"/>
          <p:nvPr/>
        </p:nvSpPr>
        <p:spPr>
          <a:xfrm>
            <a:off x="73152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Descontos inflados</a:t>
            </a:r>
            <a:endParaRPr lang="en-US" sz="1800" dirty="0"/>
          </a:p>
        </p:txBody>
      </p:sp>
      <p:sp>
        <p:nvSpPr>
          <p:cNvPr id="8" name="Texto problema 1"/>
          <p:cNvSpPr txBox="1"/>
          <p:nvPr/>
        </p:nvSpPr>
        <p:spPr>
          <a:xfrm>
            <a:off x="731520" y="29718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Lojas sobem o preço "de" para o desconto parecer maior do que é.</a:t>
            </a:r>
            <a:endParaRPr lang="en-US" sz="1400" dirty="0"/>
          </a:p>
        </p:txBody>
      </p:sp>
      <p:sp>
        <p:nvSpPr>
          <p:cNvPr id="9" name="Cartão problema 2"/>
          <p:cNvSpPr/>
          <p:nvPr/>
        </p:nvSpPr>
        <p:spPr>
          <a:xfrm>
            <a:off x="3273552" y="1325880"/>
            <a:ext cx="2596896" cy="3063240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10" name="Fundo cartão 2"/>
          <p:cNvSpPr/>
          <p:nvPr/>
        </p:nvSpPr>
        <p:spPr>
          <a:xfrm>
            <a:off x="3273552" y="1325880"/>
            <a:ext cx="2596896" cy="306324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roblema 2 círculo"/>
          <p:cNvSpPr/>
          <p:nvPr/>
        </p:nvSpPr>
        <p:spPr>
          <a:xfrm>
            <a:off x="3547872" y="1600200"/>
            <a:ext cx="731520" cy="731520"/>
          </a:xfrm>
          <a:prstGeom prst="ellipse">
            <a:avLst/>
          </a:prstGeom>
          <a:solidFill>
            <a:srgbClr val="D23B2A"/>
          </a:solidFill>
          <a:ln w="12700">
            <a:solidFill>
              <a:srgbClr val="D23B2A"/>
            </a:solidFill>
            <a:prstDash val="solid"/>
          </a:ln>
        </p:spPr>
      </p:sp>
      <p:pic>
        <p:nvPicPr>
          <p:cNvPr id="12" name="Problema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067" y="1790395"/>
            <a:ext cx="351130" cy="351130"/>
          </a:xfrm>
          <a:prstGeom prst="rect">
            <a:avLst/>
          </a:prstGeom>
        </p:spPr>
      </p:pic>
      <p:sp>
        <p:nvSpPr>
          <p:cNvPr id="13" name="Título problema 2"/>
          <p:cNvSpPr txBox="1"/>
          <p:nvPr/>
        </p:nvSpPr>
        <p:spPr>
          <a:xfrm>
            <a:off x="3547872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Ofertas espalhadas</a:t>
            </a:r>
            <a:endParaRPr lang="en-US" sz="1800" dirty="0"/>
          </a:p>
        </p:txBody>
      </p:sp>
      <p:sp>
        <p:nvSpPr>
          <p:cNvPr id="14" name="Texto problema 2"/>
          <p:cNvSpPr txBox="1"/>
          <p:nvPr/>
        </p:nvSpPr>
        <p:spPr>
          <a:xfrm>
            <a:off x="3547872" y="29718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Mercado Livre, Amazon, Shopee, Magalu, Shein... dezenas de abas para comparar.</a:t>
            </a:r>
            <a:endParaRPr lang="en-US" sz="1400" dirty="0"/>
          </a:p>
        </p:txBody>
      </p:sp>
      <p:sp>
        <p:nvSpPr>
          <p:cNvPr id="15" name="Cartão problema 3"/>
          <p:cNvSpPr/>
          <p:nvPr/>
        </p:nvSpPr>
        <p:spPr>
          <a:xfrm>
            <a:off x="6089904" y="1325880"/>
            <a:ext cx="2596896" cy="3063240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16" name="Fundo cartão 3"/>
          <p:cNvSpPr/>
          <p:nvPr/>
        </p:nvSpPr>
        <p:spPr>
          <a:xfrm>
            <a:off x="6089904" y="1325880"/>
            <a:ext cx="2596896" cy="306324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roblema 3 círculo"/>
          <p:cNvSpPr/>
          <p:nvPr/>
        </p:nvSpPr>
        <p:spPr>
          <a:xfrm>
            <a:off x="6364224" y="1600200"/>
            <a:ext cx="731520" cy="731520"/>
          </a:xfrm>
          <a:prstGeom prst="ellipse">
            <a:avLst/>
          </a:prstGeom>
          <a:solidFill>
            <a:srgbClr val="D23B2A"/>
          </a:solidFill>
          <a:ln w="12700">
            <a:solidFill>
              <a:srgbClr val="D23B2A"/>
            </a:solidFill>
            <a:prstDash val="solid"/>
          </a:ln>
        </p:spPr>
      </p:sp>
      <p:pic>
        <p:nvPicPr>
          <p:cNvPr id="18" name="Problema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19" y="1790395"/>
            <a:ext cx="351130" cy="351130"/>
          </a:xfrm>
          <a:prstGeom prst="rect">
            <a:avLst/>
          </a:prstGeom>
        </p:spPr>
      </p:pic>
      <p:sp>
        <p:nvSpPr>
          <p:cNvPr id="19" name="Título problema 3"/>
          <p:cNvSpPr txBox="1"/>
          <p:nvPr/>
        </p:nvSpPr>
        <p:spPr>
          <a:xfrm>
            <a:off x="6364224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Promoções vencidas</a:t>
            </a:r>
            <a:endParaRPr lang="en-US" sz="1800" dirty="0"/>
          </a:p>
        </p:txBody>
      </p:sp>
      <p:sp>
        <p:nvSpPr>
          <p:cNvPr id="20" name="Texto problema 3"/>
          <p:cNvSpPr txBox="1"/>
          <p:nvPr/>
        </p:nvSpPr>
        <p:spPr>
          <a:xfrm>
            <a:off x="6364224" y="29718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Links de grupos que, na hora da compra, já não têm mais desconto.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Uma vitrine só com descontos verdadeiros</a:t>
            </a:r>
            <a:endParaRPr lang="en-US" sz="2600" dirty="0"/>
          </a:p>
        </p:txBody>
      </p:sp>
      <p:pic>
        <p:nvPicPr>
          <p:cNvPr id="3" name="Check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8176"/>
            <a:ext cx="329184" cy="329184"/>
          </a:xfrm>
          <a:prstGeom prst="rect">
            <a:avLst/>
          </a:prstGeom>
        </p:spPr>
      </p:pic>
      <p:sp>
        <p:nvSpPr>
          <p:cNvPr id="4" name="Regra 1"/>
          <p:cNvSpPr txBox="1"/>
          <p:nvPr/>
        </p:nvSpPr>
        <p:spPr>
          <a:xfrm>
            <a:off x="914400" y="13716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Só entra oferta com o preço riscado que a própria loja exibe</a:t>
            </a:r>
            <a:endParaRPr lang="en-US" sz="1600" dirty="0"/>
          </a:p>
        </p:txBody>
      </p:sp>
      <p:pic>
        <p:nvPicPr>
          <p:cNvPr id="5" name="Check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7984"/>
            <a:ext cx="329184" cy="329184"/>
          </a:xfrm>
          <a:prstGeom prst="rect">
            <a:avLst/>
          </a:prstGeom>
        </p:spPr>
      </p:pic>
      <p:sp>
        <p:nvSpPr>
          <p:cNvPr id="6" name="Regra 2"/>
          <p:cNvSpPr txBox="1"/>
          <p:nvPr/>
        </p:nvSpPr>
        <p:spPr>
          <a:xfrm>
            <a:off x="914400" y="21214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Preços conferidos automaticamente a cada 2 horas</a:t>
            </a:r>
            <a:endParaRPr lang="en-US" sz="1600" dirty="0"/>
          </a:p>
        </p:txBody>
      </p:sp>
      <p:pic>
        <p:nvPicPr>
          <p:cNvPr id="7" name="Check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792"/>
            <a:ext cx="329184" cy="329184"/>
          </a:xfrm>
          <a:prstGeom prst="rect">
            <a:avLst/>
          </a:prstGeom>
        </p:spPr>
      </p:pic>
      <p:sp>
        <p:nvSpPr>
          <p:cNvPr id="8" name="Regra 3"/>
          <p:cNvSpPr txBox="1"/>
          <p:nvPr/>
        </p:nvSpPr>
        <p:spPr>
          <a:xfrm>
            <a:off x="914400" y="28712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oferta sai do ar sozinha quando a promoção acaba</a:t>
            </a:r>
            <a:endParaRPr lang="en-US" sz="1600" dirty="0"/>
          </a:p>
        </p:txBody>
      </p:sp>
      <p:pic>
        <p:nvPicPr>
          <p:cNvPr id="9" name="Check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329184" cy="329184"/>
          </a:xfrm>
          <a:prstGeom prst="rect">
            <a:avLst/>
          </a:prstGeom>
        </p:spPr>
      </p:pic>
      <p:sp>
        <p:nvSpPr>
          <p:cNvPr id="10" name="Regra 4"/>
          <p:cNvSpPr txBox="1"/>
          <p:nvPr/>
        </p:nvSpPr>
        <p:spPr>
          <a:xfrm>
            <a:off x="914400" y="36210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Nenhuma oferta é inventada: tudo vem das lojas</a:t>
            </a:r>
            <a:endParaRPr lang="en-US" sz="1600" dirty="0"/>
          </a:p>
        </p:txBody>
      </p:sp>
      <p:sp>
        <p:nvSpPr>
          <p:cNvPr id="11" name="Cartão de números"/>
          <p:cNvSpPr/>
          <p:nvPr/>
        </p:nvSpPr>
        <p:spPr>
          <a:xfrm>
            <a:off x="5257800" y="1280160"/>
            <a:ext cx="3429000" cy="3154680"/>
          </a:xfrm>
          <a:prstGeom prst="roundRect">
            <a:avLst>
              <a:gd name="adj" fmla="val 46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12" name="Número ofertas"/>
          <p:cNvSpPr txBox="1"/>
          <p:nvPr/>
        </p:nvSpPr>
        <p:spPr>
          <a:xfrm>
            <a:off x="5532120" y="1463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2.321</a:t>
            </a:r>
            <a:endParaRPr lang="en-US" sz="4400" dirty="0"/>
          </a:p>
        </p:txBody>
      </p:sp>
      <p:sp>
        <p:nvSpPr>
          <p:cNvPr id="13" name="Rótulo ofertas"/>
          <p:cNvSpPr txBox="1"/>
          <p:nvPr/>
        </p:nvSpPr>
        <p:spPr>
          <a:xfrm>
            <a:off x="5532120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ofertas reais no ar agora</a:t>
            </a:r>
            <a:endParaRPr lang="en-US" sz="1400" dirty="0"/>
          </a:p>
        </p:txBody>
      </p:sp>
      <p:sp>
        <p:nvSpPr>
          <p:cNvPr id="14" name="Número desconto"/>
          <p:cNvSpPr txBox="1"/>
          <p:nvPr/>
        </p:nvSpPr>
        <p:spPr>
          <a:xfrm>
            <a:off x="5532120" y="2788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000" dirty="0"/>
          </a:p>
        </p:txBody>
      </p:sp>
      <p:sp>
        <p:nvSpPr>
          <p:cNvPr id="15" name="Rótulo desconto"/>
          <p:cNvSpPr txBox="1"/>
          <p:nvPr/>
        </p:nvSpPr>
        <p:spPr>
          <a:xfrm>
            <a:off x="5532120" y="33649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 desconto médio</a:t>
            </a:r>
            <a:endParaRPr lang="en-US" sz="1200" dirty="0"/>
          </a:p>
        </p:txBody>
      </p:sp>
      <p:sp>
        <p:nvSpPr>
          <p:cNvPr id="16" name="Número 50"/>
          <p:cNvSpPr txBox="1"/>
          <p:nvPr/>
        </p:nvSpPr>
        <p:spPr>
          <a:xfrm>
            <a:off x="7086600" y="2788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658</a:t>
            </a:r>
            <a:endParaRPr lang="en-US" sz="3000" dirty="0"/>
          </a:p>
        </p:txBody>
      </p:sp>
      <p:sp>
        <p:nvSpPr>
          <p:cNvPr id="17" name="Rótulo 50"/>
          <p:cNvSpPr txBox="1"/>
          <p:nvPr/>
        </p:nvSpPr>
        <p:spPr>
          <a:xfrm>
            <a:off x="7086600" y="33649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ofertas com 50% ou mais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funciona, do garimpo ao clique</a:t>
            </a:r>
            <a:endParaRPr lang="en-US" sz="2600" dirty="0"/>
          </a:p>
        </p:txBody>
      </p:sp>
      <p:sp>
        <p:nvSpPr>
          <p:cNvPr id="3" name="Passo 1 círculo"/>
          <p:cNvSpPr/>
          <p:nvPr/>
        </p:nvSpPr>
        <p:spPr>
          <a:xfrm>
            <a:off x="960120" y="1325880"/>
            <a:ext cx="868680" cy="868680"/>
          </a:xfrm>
          <a:prstGeom prst="ellipse">
            <a:avLst/>
          </a:prstGeom>
          <a:solidFill>
            <a:srgbClr val="0C8F4F"/>
          </a:solidFill>
          <a:ln w="12700">
            <a:solidFill>
              <a:srgbClr val="0C8F4F"/>
            </a:solidFill>
            <a:prstDash val="solid"/>
          </a:ln>
        </p:spPr>
      </p:sp>
      <p:pic>
        <p:nvPicPr>
          <p:cNvPr id="4" name="Pas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1551737"/>
            <a:ext cx="416966" cy="416966"/>
          </a:xfrm>
          <a:prstGeom prst="rect">
            <a:avLst/>
          </a:prstGeom>
        </p:spPr>
      </p:pic>
      <p:sp>
        <p:nvSpPr>
          <p:cNvPr id="5" name="Título passo 1"/>
          <p:cNvSpPr txBox="1"/>
          <p:nvPr/>
        </p:nvSpPr>
        <p:spPr>
          <a:xfrm>
            <a:off x="457200" y="2331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Minera</a:t>
            </a:r>
            <a:endParaRPr lang="en-US" sz="1800" dirty="0"/>
          </a:p>
        </p:txBody>
      </p:sp>
      <p:sp>
        <p:nvSpPr>
          <p:cNvPr id="6" name="Texto passo 1"/>
          <p:cNvSpPr txBox="1"/>
          <p:nvPr/>
        </p:nvSpPr>
        <p:spPr>
          <a:xfrm>
            <a:off x="457200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Busca ofertas nas lojas e nas APIs de afiliados</a:t>
            </a:r>
            <a:endParaRPr lang="en-US" sz="1400" dirty="0"/>
          </a:p>
        </p:txBody>
      </p:sp>
      <p:pic>
        <p:nvPicPr>
          <p:cNvPr id="7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1600200"/>
            <a:ext cx="274320" cy="320040"/>
          </a:xfrm>
          <a:prstGeom prst="rect">
            <a:avLst/>
          </a:prstGeom>
        </p:spPr>
      </p:pic>
      <p:sp>
        <p:nvSpPr>
          <p:cNvPr id="8" name="Passo 2 círculo"/>
          <p:cNvSpPr/>
          <p:nvPr/>
        </p:nvSpPr>
        <p:spPr>
          <a:xfrm>
            <a:off x="3081528" y="1325880"/>
            <a:ext cx="868680" cy="868680"/>
          </a:xfrm>
          <a:prstGeom prst="ellipse">
            <a:avLst/>
          </a:prstGeom>
          <a:solidFill>
            <a:srgbClr val="0C8F4F"/>
          </a:solidFill>
          <a:ln w="12700">
            <a:solidFill>
              <a:srgbClr val="0C8F4F"/>
            </a:solidFill>
            <a:prstDash val="solid"/>
          </a:ln>
        </p:spPr>
      </p:sp>
      <p:pic>
        <p:nvPicPr>
          <p:cNvPr id="9" name="Passo 2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385" y="1551737"/>
            <a:ext cx="416966" cy="416966"/>
          </a:xfrm>
          <a:prstGeom prst="rect">
            <a:avLst/>
          </a:prstGeom>
        </p:spPr>
      </p:pic>
      <p:sp>
        <p:nvSpPr>
          <p:cNvPr id="10" name="Título passo 2"/>
          <p:cNvSpPr txBox="1"/>
          <p:nvPr/>
        </p:nvSpPr>
        <p:spPr>
          <a:xfrm>
            <a:off x="2578608" y="2331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Verifica</a:t>
            </a:r>
            <a:endParaRPr lang="en-US" sz="1800" dirty="0"/>
          </a:p>
        </p:txBody>
      </p:sp>
      <p:sp>
        <p:nvSpPr>
          <p:cNvPr id="11" name="Texto passo 2"/>
          <p:cNvSpPr txBox="1"/>
          <p:nvPr/>
        </p:nvSpPr>
        <p:spPr>
          <a:xfrm>
            <a:off x="2578608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Confere preço, desconto e moeda antes de publicar</a:t>
            </a:r>
            <a:endParaRPr lang="en-US" sz="1400" dirty="0"/>
          </a:p>
        </p:txBody>
      </p:sp>
      <p:pic>
        <p:nvPicPr>
          <p:cNvPr id="12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600200"/>
            <a:ext cx="274320" cy="320040"/>
          </a:xfrm>
          <a:prstGeom prst="rect">
            <a:avLst/>
          </a:prstGeom>
        </p:spPr>
      </p:pic>
      <p:sp>
        <p:nvSpPr>
          <p:cNvPr id="13" name="Passo 3 círculo"/>
          <p:cNvSpPr/>
          <p:nvPr/>
        </p:nvSpPr>
        <p:spPr>
          <a:xfrm>
            <a:off x="5202936" y="1325880"/>
            <a:ext cx="868680" cy="868680"/>
          </a:xfrm>
          <a:prstGeom prst="ellipse">
            <a:avLst/>
          </a:prstGeom>
          <a:solidFill>
            <a:srgbClr val="0C8F4F"/>
          </a:solidFill>
          <a:ln w="12700">
            <a:solidFill>
              <a:srgbClr val="0C8F4F"/>
            </a:solidFill>
            <a:prstDash val="solid"/>
          </a:ln>
        </p:spPr>
      </p:sp>
      <p:pic>
        <p:nvPicPr>
          <p:cNvPr id="14" name="Passo 3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793" y="1551737"/>
            <a:ext cx="416966" cy="416966"/>
          </a:xfrm>
          <a:prstGeom prst="rect">
            <a:avLst/>
          </a:prstGeom>
        </p:spPr>
      </p:pic>
      <p:sp>
        <p:nvSpPr>
          <p:cNvPr id="15" name="Título passo 3"/>
          <p:cNvSpPr txBox="1"/>
          <p:nvPr/>
        </p:nvSpPr>
        <p:spPr>
          <a:xfrm>
            <a:off x="4700016" y="2331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Organiza</a:t>
            </a:r>
            <a:endParaRPr lang="en-US" sz="1800" dirty="0"/>
          </a:p>
        </p:txBody>
      </p:sp>
      <p:sp>
        <p:nvSpPr>
          <p:cNvPr id="16" name="Texto passo 3"/>
          <p:cNvSpPr txBox="1"/>
          <p:nvPr/>
        </p:nvSpPr>
        <p:spPr>
          <a:xfrm>
            <a:off x="4700016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17 categorias e tipos de produto, com busca e filtros</a:t>
            </a:r>
            <a:endParaRPr lang="en-US" sz="1400" dirty="0"/>
          </a:p>
        </p:txBody>
      </p:sp>
      <p:pic>
        <p:nvPicPr>
          <p:cNvPr id="17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1600200"/>
            <a:ext cx="274320" cy="320040"/>
          </a:xfrm>
          <a:prstGeom prst="rect">
            <a:avLst/>
          </a:prstGeom>
        </p:spPr>
      </p:pic>
      <p:sp>
        <p:nvSpPr>
          <p:cNvPr id="18" name="Passo 4 círculo"/>
          <p:cNvSpPr/>
          <p:nvPr/>
        </p:nvSpPr>
        <p:spPr>
          <a:xfrm>
            <a:off x="7324344" y="1325880"/>
            <a:ext cx="868680" cy="868680"/>
          </a:xfrm>
          <a:prstGeom prst="ellipse">
            <a:avLst/>
          </a:prstGeom>
          <a:solidFill>
            <a:srgbClr val="0C8F4F"/>
          </a:solidFill>
          <a:ln w="12700">
            <a:solidFill>
              <a:srgbClr val="0C8F4F"/>
            </a:solidFill>
            <a:prstDash val="solid"/>
          </a:ln>
        </p:spPr>
      </p:sp>
      <p:pic>
        <p:nvPicPr>
          <p:cNvPr id="19" name="Passo 4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0201" y="1551737"/>
            <a:ext cx="416966" cy="416966"/>
          </a:xfrm>
          <a:prstGeom prst="rect">
            <a:avLst/>
          </a:prstGeom>
        </p:spPr>
      </p:pic>
      <p:sp>
        <p:nvSpPr>
          <p:cNvPr id="20" name="Título passo 4"/>
          <p:cNvSpPr txBox="1"/>
          <p:nvPr/>
        </p:nvSpPr>
        <p:spPr>
          <a:xfrm>
            <a:off x="6821424" y="2331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Divulga</a:t>
            </a:r>
            <a:endParaRPr lang="en-US" sz="1800" dirty="0"/>
          </a:p>
        </p:txBody>
      </p:sp>
      <p:sp>
        <p:nvSpPr>
          <p:cNvPr id="21" name="Texto passo 4"/>
          <p:cNvSpPr txBox="1"/>
          <p:nvPr/>
        </p:nvSpPr>
        <p:spPr>
          <a:xfrm>
            <a:off x="6821424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Site, grupo de WhatsApp e link com comissão</a:t>
            </a:r>
            <a:endParaRPr lang="en-US" sz="1400" dirty="0"/>
          </a:p>
        </p:txBody>
      </p:sp>
      <p:sp>
        <p:nvSpPr>
          <p:cNvPr id="22" name="Loja Mercado Livre"/>
          <p:cNvSpPr/>
          <p:nvPr/>
        </p:nvSpPr>
        <p:spPr>
          <a:xfrm>
            <a:off x="466344" y="3931920"/>
            <a:ext cx="107899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ome Mercado Livre"/>
          <p:cNvSpPr txBox="1"/>
          <p:nvPr/>
        </p:nvSpPr>
        <p:spPr>
          <a:xfrm>
            <a:off x="466344" y="39319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Mercado Livre</a:t>
            </a:r>
            <a:endParaRPr lang="en-US" sz="1200" dirty="0"/>
          </a:p>
        </p:txBody>
      </p:sp>
      <p:sp>
        <p:nvSpPr>
          <p:cNvPr id="24" name="Loja Amazon"/>
          <p:cNvSpPr/>
          <p:nvPr/>
        </p:nvSpPr>
        <p:spPr>
          <a:xfrm>
            <a:off x="1655064" y="3931920"/>
            <a:ext cx="107899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ome Amazon"/>
          <p:cNvSpPr txBox="1"/>
          <p:nvPr/>
        </p:nvSpPr>
        <p:spPr>
          <a:xfrm>
            <a:off x="1655064" y="39319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Amazon</a:t>
            </a:r>
            <a:endParaRPr lang="en-US" sz="1200" dirty="0"/>
          </a:p>
        </p:txBody>
      </p:sp>
      <p:sp>
        <p:nvSpPr>
          <p:cNvPr id="26" name="Loja Shopee"/>
          <p:cNvSpPr/>
          <p:nvPr/>
        </p:nvSpPr>
        <p:spPr>
          <a:xfrm>
            <a:off x="2843784" y="3931920"/>
            <a:ext cx="107899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Nome Shopee"/>
          <p:cNvSpPr txBox="1"/>
          <p:nvPr/>
        </p:nvSpPr>
        <p:spPr>
          <a:xfrm>
            <a:off x="2843784" y="39319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Shopee</a:t>
            </a:r>
            <a:endParaRPr lang="en-US" sz="1200" dirty="0"/>
          </a:p>
        </p:txBody>
      </p:sp>
      <p:sp>
        <p:nvSpPr>
          <p:cNvPr id="28" name="Loja Magalu"/>
          <p:cNvSpPr/>
          <p:nvPr/>
        </p:nvSpPr>
        <p:spPr>
          <a:xfrm>
            <a:off x="4032504" y="3931920"/>
            <a:ext cx="107899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ome Magalu"/>
          <p:cNvSpPr txBox="1"/>
          <p:nvPr/>
        </p:nvSpPr>
        <p:spPr>
          <a:xfrm>
            <a:off x="4032504" y="39319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Magalu</a:t>
            </a:r>
            <a:endParaRPr lang="en-US" sz="1200" dirty="0"/>
          </a:p>
        </p:txBody>
      </p:sp>
      <p:sp>
        <p:nvSpPr>
          <p:cNvPr id="30" name="Loja Shein"/>
          <p:cNvSpPr/>
          <p:nvPr/>
        </p:nvSpPr>
        <p:spPr>
          <a:xfrm>
            <a:off x="5221224" y="3931920"/>
            <a:ext cx="107899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Nome Shein"/>
          <p:cNvSpPr txBox="1"/>
          <p:nvPr/>
        </p:nvSpPr>
        <p:spPr>
          <a:xfrm>
            <a:off x="5221224" y="39319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Shein</a:t>
            </a:r>
            <a:endParaRPr lang="en-US" sz="1200" dirty="0"/>
          </a:p>
        </p:txBody>
      </p:sp>
      <p:sp>
        <p:nvSpPr>
          <p:cNvPr id="32" name="Loja AliExpress"/>
          <p:cNvSpPr/>
          <p:nvPr/>
        </p:nvSpPr>
        <p:spPr>
          <a:xfrm>
            <a:off x="6409944" y="3931920"/>
            <a:ext cx="107899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ome AliExpress"/>
          <p:cNvSpPr txBox="1"/>
          <p:nvPr/>
        </p:nvSpPr>
        <p:spPr>
          <a:xfrm>
            <a:off x="6409944" y="39319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AliExpress</a:t>
            </a:r>
            <a:endParaRPr lang="en-US" sz="1200" dirty="0"/>
          </a:p>
        </p:txBody>
      </p:sp>
      <p:sp>
        <p:nvSpPr>
          <p:cNvPr id="34" name="Loja Temu"/>
          <p:cNvSpPr/>
          <p:nvPr/>
        </p:nvSpPr>
        <p:spPr>
          <a:xfrm>
            <a:off x="7598664" y="3931920"/>
            <a:ext cx="107899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Nome Temu"/>
          <p:cNvSpPr txBox="1"/>
          <p:nvPr/>
        </p:nvSpPr>
        <p:spPr>
          <a:xfrm>
            <a:off x="7598664" y="39319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Temu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Feito para quem compra e para quem vende</a:t>
            </a:r>
            <a:endParaRPr lang="en-US" sz="2600" dirty="0"/>
          </a:p>
        </p:txBody>
      </p:sp>
      <p:sp>
        <p:nvSpPr>
          <p:cNvPr id="3" name="Cartão Consumidor"/>
          <p:cNvSpPr/>
          <p:nvPr/>
        </p:nvSpPr>
        <p:spPr>
          <a:xfrm>
            <a:off x="457200" y="1280160"/>
            <a:ext cx="4023360" cy="3154680"/>
          </a:xfrm>
          <a:prstGeom prst="roundRect">
            <a:avLst>
              <a:gd name="adj" fmla="val 46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4" name="Consumidor círculo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rgbClr val="0C8F4F"/>
          </a:solidFill>
          <a:ln w="12700">
            <a:solidFill>
              <a:srgbClr val="0C8F4F"/>
            </a:solidFill>
            <a:prstDash val="solid"/>
          </a:ln>
        </p:spPr>
      </p:sp>
      <p:pic>
        <p:nvPicPr>
          <p:cNvPr id="5" name="Consumidor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698955"/>
            <a:ext cx="351130" cy="351130"/>
          </a:xfrm>
          <a:prstGeom prst="rect">
            <a:avLst/>
          </a:prstGeom>
        </p:spPr>
      </p:pic>
      <p:sp>
        <p:nvSpPr>
          <p:cNvPr id="6" name="Título Consumidor"/>
          <p:cNvSpPr txBox="1"/>
          <p:nvPr/>
        </p:nvSpPr>
        <p:spPr>
          <a:xfrm>
            <a:off x="16916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Consumidor</a:t>
            </a:r>
            <a:endParaRPr lang="en-US" sz="2200" dirty="0"/>
          </a:p>
        </p:txBody>
      </p:sp>
      <p:sp>
        <p:nvSpPr>
          <p:cNvPr id="7" name="Lista Consumidor"/>
          <p:cNvSpPr txBox="1"/>
          <p:nvPr/>
        </p:nvSpPr>
        <p:spPr>
          <a:xfrm>
            <a:off x="7772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Entra com e-mail ou conta Google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Busca, filtros e tipos de produto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vê descontos verificados</a:t>
            </a:r>
            <a:endParaRPr lang="en-US" sz="1500" dirty="0"/>
          </a:p>
        </p:txBody>
      </p:sp>
      <p:sp>
        <p:nvSpPr>
          <p:cNvPr id="8" name="Cartão Empresa"/>
          <p:cNvSpPr/>
          <p:nvPr/>
        </p:nvSpPr>
        <p:spPr>
          <a:xfrm>
            <a:off x="4663440" y="1280160"/>
            <a:ext cx="4023360" cy="3154680"/>
          </a:xfrm>
          <a:prstGeom prst="roundRect">
            <a:avLst>
              <a:gd name="adj" fmla="val 46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9" name="Empresa círculo"/>
          <p:cNvSpPr/>
          <p:nvPr/>
        </p:nvSpPr>
        <p:spPr>
          <a:xfrm>
            <a:off x="4983480" y="1508760"/>
            <a:ext cx="731520" cy="73152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0" name="Empres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75" y="1698955"/>
            <a:ext cx="351130" cy="351130"/>
          </a:xfrm>
          <a:prstGeom prst="rect">
            <a:avLst/>
          </a:prstGeom>
        </p:spPr>
      </p:pic>
      <p:sp>
        <p:nvSpPr>
          <p:cNvPr id="11" name="Título Empresa"/>
          <p:cNvSpPr txBox="1"/>
          <p:nvPr/>
        </p:nvSpPr>
        <p:spPr>
          <a:xfrm>
            <a:off x="589788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Empresa</a:t>
            </a:r>
            <a:endParaRPr lang="en-US" sz="2200" dirty="0"/>
          </a:p>
        </p:txBody>
      </p:sp>
      <p:sp>
        <p:nvSpPr>
          <p:cNvPr id="12" name="Lista Empresa"/>
          <p:cNvSpPr txBox="1"/>
          <p:nvPr/>
        </p:nvSpPr>
        <p:spPr>
          <a:xfrm>
            <a:off x="498348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Loja própria dentro do site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Criador de anúncios com fotos, cupom e frete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Importação automática da loja virtual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o projeto gera receita</a:t>
            </a:r>
            <a:endParaRPr lang="en-US" sz="2600" dirty="0"/>
          </a:p>
        </p:txBody>
      </p:sp>
      <p:sp>
        <p:nvSpPr>
          <p:cNvPr id="3" name="Receita 1"/>
          <p:cNvSpPr/>
          <p:nvPr/>
        </p:nvSpPr>
        <p:spPr>
          <a:xfrm>
            <a:off x="457200" y="1234440"/>
            <a:ext cx="5120640" cy="932688"/>
          </a:xfrm>
          <a:prstGeom prst="roundRect">
            <a:avLst>
              <a:gd name="adj" fmla="val 156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4" name="Receita 1 círculo"/>
          <p:cNvSpPr/>
          <p:nvPr/>
        </p:nvSpPr>
        <p:spPr>
          <a:xfrm>
            <a:off x="658368" y="1380744"/>
            <a:ext cx="640080" cy="640080"/>
          </a:xfrm>
          <a:prstGeom prst="ellipse">
            <a:avLst/>
          </a:prstGeom>
          <a:solidFill>
            <a:srgbClr val="0C8F4F"/>
          </a:solidFill>
          <a:ln w="12700">
            <a:solidFill>
              <a:srgbClr val="0C8F4F"/>
            </a:solidFill>
            <a:prstDash val="solid"/>
          </a:ln>
        </p:spPr>
      </p:sp>
      <p:pic>
        <p:nvPicPr>
          <p:cNvPr id="5" name="Receita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9" y="1547165"/>
            <a:ext cx="307238" cy="307238"/>
          </a:xfrm>
          <a:prstGeom prst="rect">
            <a:avLst/>
          </a:prstGeom>
        </p:spPr>
      </p:pic>
      <p:sp>
        <p:nvSpPr>
          <p:cNvPr id="6" name="Título receita 1"/>
          <p:cNvSpPr txBox="1"/>
          <p:nvPr/>
        </p:nvSpPr>
        <p:spPr>
          <a:xfrm>
            <a:off x="1463040" y="1325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Comissões de afiliados</a:t>
            </a:r>
            <a:endParaRPr lang="en-US" sz="1600" dirty="0"/>
          </a:p>
        </p:txBody>
      </p:sp>
      <p:sp>
        <p:nvSpPr>
          <p:cNvPr id="7" name="Texto receita 1"/>
          <p:cNvSpPr txBox="1"/>
          <p:nvPr/>
        </p:nvSpPr>
        <p:spPr>
          <a:xfrm>
            <a:off x="1463040" y="16550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compra pelos links rende comissão: Amazon, Mercado Livre, Shopee, AliExpress e Magalu.</a:t>
            </a:r>
            <a:endParaRPr lang="en-US" sz="1200" dirty="0"/>
          </a:p>
        </p:txBody>
      </p:sp>
      <p:sp>
        <p:nvSpPr>
          <p:cNvPr id="8" name="Receita 2"/>
          <p:cNvSpPr/>
          <p:nvPr/>
        </p:nvSpPr>
        <p:spPr>
          <a:xfrm>
            <a:off x="457200" y="2313432"/>
            <a:ext cx="5120640" cy="932688"/>
          </a:xfrm>
          <a:prstGeom prst="roundRect">
            <a:avLst>
              <a:gd name="adj" fmla="val 156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9" name="Receita 2 círculo"/>
          <p:cNvSpPr/>
          <p:nvPr/>
        </p:nvSpPr>
        <p:spPr>
          <a:xfrm>
            <a:off x="658368" y="2459736"/>
            <a:ext cx="640080" cy="640080"/>
          </a:xfrm>
          <a:prstGeom prst="ellipse">
            <a:avLst/>
          </a:prstGeom>
          <a:solidFill>
            <a:srgbClr val="0C8F4F"/>
          </a:solidFill>
          <a:ln w="12700">
            <a:solidFill>
              <a:srgbClr val="0C8F4F"/>
            </a:solidFill>
            <a:prstDash val="solid"/>
          </a:ln>
        </p:spPr>
      </p:sp>
      <p:pic>
        <p:nvPicPr>
          <p:cNvPr id="10" name="Receita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9" y="2626157"/>
            <a:ext cx="307238" cy="307238"/>
          </a:xfrm>
          <a:prstGeom prst="rect">
            <a:avLst/>
          </a:prstGeom>
        </p:spPr>
      </p:pic>
      <p:sp>
        <p:nvSpPr>
          <p:cNvPr id="11" name="Título receita 2"/>
          <p:cNvSpPr txBox="1"/>
          <p:nvPr/>
        </p:nvSpPr>
        <p:spPr>
          <a:xfrm>
            <a:off x="1463040" y="24048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Anúncios no site</a:t>
            </a:r>
            <a:endParaRPr lang="en-US" sz="1600" dirty="0"/>
          </a:p>
        </p:txBody>
      </p:sp>
      <p:sp>
        <p:nvSpPr>
          <p:cNvPr id="12" name="Texto receita 2"/>
          <p:cNvSpPr txBox="1"/>
          <p:nvPr/>
        </p:nvSpPr>
        <p:spPr>
          <a:xfrm>
            <a:off x="1463040" y="273405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Espaço pronto para Google AdSense, sem atrapalhar a navegação.</a:t>
            </a:r>
            <a:endParaRPr lang="en-US" sz="1200" dirty="0"/>
          </a:p>
        </p:txBody>
      </p:sp>
      <p:sp>
        <p:nvSpPr>
          <p:cNvPr id="13" name="Receita 3"/>
          <p:cNvSpPr/>
          <p:nvPr/>
        </p:nvSpPr>
        <p:spPr>
          <a:xfrm>
            <a:off x="457200" y="3392424"/>
            <a:ext cx="5120640" cy="932688"/>
          </a:xfrm>
          <a:prstGeom prst="roundRect">
            <a:avLst>
              <a:gd name="adj" fmla="val 156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sp>
        <p:nvSpPr>
          <p:cNvPr id="14" name="Receita 3 círculo"/>
          <p:cNvSpPr/>
          <p:nvPr/>
        </p:nvSpPr>
        <p:spPr>
          <a:xfrm>
            <a:off x="658368" y="3538728"/>
            <a:ext cx="640080" cy="640080"/>
          </a:xfrm>
          <a:prstGeom prst="ellipse">
            <a:avLst/>
          </a:prstGeom>
          <a:solidFill>
            <a:srgbClr val="0C8F4F"/>
          </a:solidFill>
          <a:ln w="12700">
            <a:solidFill>
              <a:srgbClr val="0C8F4F"/>
            </a:solidFill>
            <a:prstDash val="solid"/>
          </a:ln>
        </p:spPr>
      </p:sp>
      <p:pic>
        <p:nvPicPr>
          <p:cNvPr id="15" name="Receita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9" y="3705149"/>
            <a:ext cx="307238" cy="307238"/>
          </a:xfrm>
          <a:prstGeom prst="rect">
            <a:avLst/>
          </a:prstGeom>
        </p:spPr>
      </p:pic>
      <p:sp>
        <p:nvSpPr>
          <p:cNvPr id="16" name="Título receita 3"/>
          <p:cNvSpPr txBox="1"/>
          <p:nvPr/>
        </p:nvSpPr>
        <p:spPr>
          <a:xfrm>
            <a:off x="1463040" y="34838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Lojas parceiras</a:t>
            </a:r>
            <a:endParaRPr lang="en-US" sz="1600" dirty="0"/>
          </a:p>
        </p:txBody>
      </p:sp>
      <p:sp>
        <p:nvSpPr>
          <p:cNvPr id="17" name="Texto receita 3"/>
          <p:cNvSpPr txBox="1"/>
          <p:nvPr/>
        </p:nvSpPr>
        <p:spPr>
          <a:xfrm>
            <a:off x="1463040" y="38130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Vitrine para empresas, com espaço para planos de destaque no futuro.</a:t>
            </a:r>
            <a:endParaRPr lang="en-US" sz="1200" dirty="0"/>
          </a:p>
        </p:txBody>
      </p:sp>
      <p:sp>
        <p:nvSpPr>
          <p:cNvPr id="18" name="Cartão controle"/>
          <p:cNvSpPr/>
          <p:nvPr/>
        </p:nvSpPr>
        <p:spPr>
          <a:xfrm>
            <a:off x="5852160" y="1234440"/>
            <a:ext cx="2834640" cy="3090672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A3A27">
                <a:alpha val="14000"/>
              </a:srgbClr>
            </a:outerShdw>
          </a:effectLst>
        </p:spPr>
      </p:sp>
      <p:pic>
        <p:nvPicPr>
          <p:cNvPr id="19" name="Ícone contro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548640" cy="548640"/>
          </a:xfrm>
          <a:prstGeom prst="rect">
            <a:avLst/>
          </a:prstGeom>
        </p:spPr>
      </p:pic>
      <p:sp>
        <p:nvSpPr>
          <p:cNvPr id="20" name="Título controle"/>
          <p:cNvSpPr txBox="1"/>
          <p:nvPr/>
        </p:nvSpPr>
        <p:spPr>
          <a:xfrm>
            <a:off x="612648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Controle total</a:t>
            </a:r>
            <a:endParaRPr lang="en-US" sz="1800" dirty="0"/>
          </a:p>
        </p:txBody>
      </p:sp>
      <p:sp>
        <p:nvSpPr>
          <p:cNvPr id="21" name="Texto controle"/>
          <p:cNvSpPr txBox="1"/>
          <p:nvPr/>
        </p:nvSpPr>
        <p:spPr>
          <a:xfrm>
            <a:off x="6126480" y="2542032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Painel do administrador aprova cadastros, modera lojas e ofertas e protege os dados conforme a LGPD.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passos</a:t>
            </a:r>
            <a:endParaRPr lang="en-US" sz="2600" dirty="0"/>
          </a:p>
        </p:txBody>
      </p:sp>
      <p:sp>
        <p:nvSpPr>
          <p:cNvPr id="3" name="Etapa 1"/>
          <p:cNvSpPr/>
          <p:nvPr/>
        </p:nvSpPr>
        <p:spPr>
          <a:xfrm>
            <a:off x="45720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úmero etapa 1"/>
          <p:cNvSpPr txBox="1"/>
          <p:nvPr/>
        </p:nvSpPr>
        <p:spPr>
          <a:xfrm>
            <a:off x="45720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ítulo etapa 1"/>
          <p:cNvSpPr txBox="1"/>
          <p:nvPr/>
        </p:nvSpPr>
        <p:spPr>
          <a:xfrm>
            <a:off x="4572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Publicar</a:t>
            </a:r>
            <a:endParaRPr lang="en-US" sz="1700" dirty="0"/>
          </a:p>
        </p:txBody>
      </p:sp>
      <p:sp>
        <p:nvSpPr>
          <p:cNvPr id="6" name="Texto etapa 1"/>
          <p:cNvSpPr txBox="1"/>
          <p:nvPr/>
        </p:nvSpPr>
        <p:spPr>
          <a:xfrm>
            <a:off x="457200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VPS e domínio próprio</a:t>
            </a:r>
            <a:endParaRPr lang="en-US" sz="1300" dirty="0"/>
          </a:p>
        </p:txBody>
      </p:sp>
      <p:sp>
        <p:nvSpPr>
          <p:cNvPr id="7" name="Etapa 2"/>
          <p:cNvSpPr/>
          <p:nvPr/>
        </p:nvSpPr>
        <p:spPr>
          <a:xfrm>
            <a:off x="1975104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Número etapa 2"/>
          <p:cNvSpPr txBox="1"/>
          <p:nvPr/>
        </p:nvSpPr>
        <p:spPr>
          <a:xfrm>
            <a:off x="1975104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ítulo etapa 2"/>
          <p:cNvSpPr txBox="1"/>
          <p:nvPr/>
        </p:nvSpPr>
        <p:spPr>
          <a:xfrm>
            <a:off x="1975104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Conectar</a:t>
            </a:r>
            <a:endParaRPr lang="en-US" sz="1700" dirty="0"/>
          </a:p>
        </p:txBody>
      </p:sp>
      <p:sp>
        <p:nvSpPr>
          <p:cNvPr id="10" name="Texto etapa 2"/>
          <p:cNvSpPr txBox="1"/>
          <p:nvPr/>
        </p:nvSpPr>
        <p:spPr>
          <a:xfrm>
            <a:off x="1975104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Login Google e APIs de afiliados</a:t>
            </a:r>
            <a:endParaRPr lang="en-US" sz="1300" dirty="0"/>
          </a:p>
        </p:txBody>
      </p:sp>
      <p:sp>
        <p:nvSpPr>
          <p:cNvPr id="11" name="Etapa 3"/>
          <p:cNvSpPr/>
          <p:nvPr/>
        </p:nvSpPr>
        <p:spPr>
          <a:xfrm>
            <a:off x="3493008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úmero etapa 3"/>
          <p:cNvSpPr txBox="1"/>
          <p:nvPr/>
        </p:nvSpPr>
        <p:spPr>
          <a:xfrm>
            <a:off x="3493008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ítulo etapa 3"/>
          <p:cNvSpPr txBox="1"/>
          <p:nvPr/>
        </p:nvSpPr>
        <p:spPr>
          <a:xfrm>
            <a:off x="3493008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Crescer</a:t>
            </a:r>
            <a:endParaRPr lang="en-US" sz="1700" dirty="0"/>
          </a:p>
        </p:txBody>
      </p:sp>
      <p:sp>
        <p:nvSpPr>
          <p:cNvPr id="14" name="Texto etapa 3"/>
          <p:cNvSpPr txBox="1"/>
          <p:nvPr/>
        </p:nvSpPr>
        <p:spPr>
          <a:xfrm>
            <a:off x="3493008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Grupo de WhatsApp e redes</a:t>
            </a:r>
            <a:endParaRPr lang="en-US" sz="1300" dirty="0"/>
          </a:p>
        </p:txBody>
      </p:sp>
      <p:sp>
        <p:nvSpPr>
          <p:cNvPr id="15" name="Etapa 4"/>
          <p:cNvSpPr/>
          <p:nvPr/>
        </p:nvSpPr>
        <p:spPr>
          <a:xfrm>
            <a:off x="5010912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Número etapa 4"/>
          <p:cNvSpPr txBox="1"/>
          <p:nvPr/>
        </p:nvSpPr>
        <p:spPr>
          <a:xfrm>
            <a:off x="5010912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ítulo etapa 4"/>
          <p:cNvSpPr txBox="1"/>
          <p:nvPr/>
        </p:nvSpPr>
        <p:spPr>
          <a:xfrm>
            <a:off x="5010912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Escalar</a:t>
            </a:r>
            <a:endParaRPr lang="en-US" sz="1700" dirty="0"/>
          </a:p>
        </p:txBody>
      </p:sp>
      <p:sp>
        <p:nvSpPr>
          <p:cNvPr id="18" name="Texto etapa 4"/>
          <p:cNvSpPr txBox="1"/>
          <p:nvPr/>
        </p:nvSpPr>
        <p:spPr>
          <a:xfrm>
            <a:off x="5010912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Abrir para lojas parceiras</a:t>
            </a:r>
            <a:endParaRPr lang="en-US" sz="1300" dirty="0"/>
          </a:p>
        </p:txBody>
      </p:sp>
      <p:sp>
        <p:nvSpPr>
          <p:cNvPr id="19" name="Faixa final"/>
          <p:cNvSpPr/>
          <p:nvPr/>
        </p:nvSpPr>
        <p:spPr>
          <a:xfrm>
            <a:off x="457200" y="3429000"/>
            <a:ext cx="5669280" cy="9144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Frase final"/>
          <p:cNvSpPr txBox="1"/>
          <p:nvPr/>
        </p:nvSpPr>
        <p:spPr>
          <a:xfrm>
            <a:off x="685800" y="34290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Ofertas do GP: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gente minera, você economiza.</a:t>
            </a:r>
            <a:endParaRPr lang="en-US" sz="1800" dirty="0"/>
          </a:p>
        </p:txBody>
      </p:sp>
      <p:sp>
        <p:nvSpPr>
          <p:cNvPr id="21" name="Círculo mascote final"/>
          <p:cNvSpPr/>
          <p:nvPr/>
        </p:nvSpPr>
        <p:spPr>
          <a:xfrm>
            <a:off x="6446520" y="1234440"/>
            <a:ext cx="2377440" cy="2377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Mascote fin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143000"/>
            <a:ext cx="2194560" cy="2706624"/>
          </a:xfrm>
          <a:prstGeom prst="rect">
            <a:avLst/>
          </a:prstGeom>
        </p:spPr>
      </p:pic>
      <p:sp>
        <p:nvSpPr>
          <p:cNvPr id="23" name="Agradecimento"/>
          <p:cNvSpPr txBox="1"/>
          <p:nvPr/>
        </p:nvSpPr>
        <p:spPr>
          <a:xfrm>
            <a:off x="640080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Obrigado!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ertas do GP">
  <a:themeElements>
    <a:clrScheme name="Ofertas do GP">
      <a:dk1>
        <a:srgbClr val="17241D"/>
      </a:dk1>
      <a:lt1>
        <a:srgbClr val="FFFFFF"/>
      </a:lt1>
      <a:dk2>
        <a:srgbClr val="0A3A27"/>
      </a:dk2>
      <a:lt2>
        <a:srgbClr val="EAF6EF"/>
      </a:lt2>
      <a:accent1>
        <a:srgbClr val="0C8F4F"/>
      </a:accent1>
      <a:accent2>
        <a:srgbClr val="F5B400"/>
      </a:accent2>
      <a:accent3>
        <a:srgbClr val="D23B2A"/>
      </a:accent3>
      <a:accent4>
        <a:srgbClr val="5E6F66"/>
      </a:accent4>
      <a:accent5>
        <a:srgbClr val="0F6E3F"/>
      </a:accent5>
      <a:accent6>
        <a:srgbClr val="FFF1C2"/>
      </a:accent6>
      <a:hlink>
        <a:srgbClr val="0C8F4F"/>
      </a:hlink>
      <a:folHlink>
        <a:srgbClr val="0A3A27"/>
      </a:folHlink>
    </a:clrScheme>
    <a:fontScheme name="Ofertas do GP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Ofertas do GP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Ofertas do GP — Apresentação do projeto</dc:title>
  <dc:subject>PptxGenJS Presentation</dc:subject>
  <dc:creator>Ofertas do GP</dc:creator>
  <cp:lastModifiedBy>Ofertas do GP</cp:lastModifiedBy>
  <cp:revision>1</cp:revision>
  <dcterms:created xsi:type="dcterms:W3CDTF">2026-10-14T05:22:11Z</dcterms:created>
  <dcterms:modified xsi:type="dcterms:W3CDTF">2026-10-14T05:22:11Z</dcterms:modified>
</cp:coreProperties>
</file>